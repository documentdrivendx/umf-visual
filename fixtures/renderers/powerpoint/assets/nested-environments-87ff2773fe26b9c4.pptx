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Nested environments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Which process connects to the data store?</a:t>
            </a:r>
            <a:endParaRPr lang="en-US"/>
          </a:p>
        </p:txBody>
      </p:sp>
      <p:sp>
        <p:nvSpPr>
          <p:cNvPr id="4" name="umf-node-cHJvY2Vzcy1vdXRzaWRl" descr="umf.visual powerpoint editable node"/>
          <p:cNvSpPr txBox="0"/>
          <p:nvPr/>
        </p:nvSpPr>
        <p:spPr>
          <a:xfrm>
            <a:off x="2563000" y="3654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Process outside A</a:t>
            </a:r>
            <a:endParaRPr lang="en-US"/>
          </a:p>
        </p:txBody>
      </p:sp>
      <p:sp>
        <p:nvSpPr>
          <p:cNvPr id="5" name="umf-node-c3RvcmUtaW4tYg" descr="umf.visual powerpoint editable node"/>
          <p:cNvSpPr txBox="0"/>
          <p:nvPr/>
        </p:nvSpPr>
        <p:spPr>
          <a:xfrm>
            <a:off x="8179000" y="3654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Data store</a:t>
            </a:r>
            <a:endParaRPr lang="en-US"/>
          </a:p>
        </p:txBody>
      </p:sp>
      <p:cxnSp>
        <p:nvCxnSpPr>
          <p:cNvPr id="6" name="umf-edge-Y29ubmVjdHMtdG8tc3RvcmU" descr="umf.visual powerpoint editable directed connector"/>
          <p:cNvCxnSpPr>
            <a:stCxn id="4" idx="3"/>
            <a:endCxn id="5" idx="1"/>
          </p:cNvCxnSpPr>
          <p:nvPr/>
        </p:nvCxnSpPr>
        <p:spPr>
          <a:xfrm>
            <a:off x="4013000" y="4014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7" name="umf-edge-label-Y29ubmVjdHMtdG8tc3RvcmU" descr="umf.visual powerpoint editable edge-label"/>
          <p:cNvSpPr txBox="1"/>
          <p:nvPr/>
        </p:nvSpPr>
        <p:spPr>
          <a:xfrm>
            <a:off x="5421000" y="3864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connects to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\"visual:nested-environments\",\n  \"vocabularies\": {\n    \"umf.visual\": {\n      \"version\": \"1.0.0\"\n    }\n  },\n  \"extensions\": {\n    \"umf.visual\": {\n      \"id\": \"nested-environments\",\n      \"kind\": \"flow\",\n      \"form\": \"network\",\n      \"title\": \"Nested environments\",\n      \"question\": \"Which process connects to the data store?\",\n      \"nodes\": [\n        {\n          \"id\": \"process-outside\",\n          \"label\": \"Process outside A\"\n        },\n        {\n          \"id\": \"store-in-b\",\n          \"label\": \"Data store\",\n          \"role\": \"store\",\n          \"group\": \"env-b\"\n        }\n      ],\n      \"edges\": [\n        {\n          \"id\": \"connects-to-store\",\n          \"from\": \"process-outside\",\n          \"to\": \"store-in-b\",\n          \"kind\": \"data\",\n          \"label\": \"connects to\"\n        }\n      ],\n      \"groups\": [\n        {\n          \"id\": \"env-a\",\n          \"label\": \"Environment A\",\n          \"role\": \"boundary\"\n        },\n        {\n          \"id\": \"env-b\",\n          \"label\": \"Environment B\",\n          \"role\": \"boundary\",\n          \"parent\": \"env-a\"\n        }\n      ]\n    }\n  },\n  \"modules\": []\n}\n","sourceSha256":"bb6d48b9bcbc7012c8bcda30d0508815c37760648e52ba879436625b6c364e34","bindingRevision":1,"modelVersion":"1.0.0","visualId":"nested-environments","resource":{"host":"powerpoint","documentId":"urn:umf:visual:bb6d48b9bcbc7012c8bcda30d0508815c37760648e52ba879436625b6c364e34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