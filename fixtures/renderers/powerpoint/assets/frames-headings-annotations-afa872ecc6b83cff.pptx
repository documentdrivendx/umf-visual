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sldIdLst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5"/>
  </p:normalViewPr>
  <p:slideViewPr>
    <p:cSldViewPr snapToGrid="0">
      <p:cViewPr varScale="1">
        <p:scale>
          <a:sx n="119" d="100"/>
          <a:sy n="119" d="100"/>
        </p:scale>
        <p:origin x="8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3" Type="http://schemas.openxmlformats.org/officeDocument/2006/relationships/slide" Target="slides/slide1.xml"/><Relationship Id="rId7" Type="http://schemas.openxmlformats.org/officeDocument/2006/relationships/tableStyles" Target="tableStyles.xml"/><Relationship Id="rId2" Type="http://schemas.openxmlformats.org/officeDocument/2006/relationships/slideMaster" Target="slideMasters/slideMaster1.xml"/><Relationship Id="rId1" Type="http://schemas.openxmlformats.org/officeDocument/2006/relationships/customXml" Target="../customXml/item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MF visual netwo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mf-title" descr="umf.visual powerpoint editable title"/>
          <p:cNvSpPr txBox="1"/>
          <p:nvPr/>
        </p:nvSpPr>
        <p:spPr>
          <a:xfrm>
            <a:off x="480000" y="220000"/>
            <a:ext cx="11232000" cy="470000"/>
          </a:xfrm>
          <a:prstGeom prst="rect">
            <a:avLst/>
          </a:prstGeom>
          <a:solidFill>
            <a:srgbClr val="F3F6FA"/>
          </a:solidFill>
          <a:ln w="12700">
            <a:solidFill>
              <a:srgbClr val="FFFFFF"/>
            </a:solidFill>
          </a:ln>
        </p:spPr>
        <p:txBody>
          <a:bodyPr wrap="square"/>
          <a:lstStyle/>
          <a:p>
            <a:pPr/>
            <a:r>
              <a:rPr lang="en-US"/>
              <a:t xml:space="preserve">Two system regions</a:t>
            </a:r>
            <a:endParaRPr lang="en-US"/>
          </a:p>
        </p:txBody>
      </p:sp>
      <p:sp>
        <p:nvSpPr>
          <p:cNvPr id="3" name="umf-question" descr="umf.visual powerpoint editable question"/>
          <p:cNvSpPr txBox="1"/>
          <p:nvPr/>
        </p:nvSpPr>
        <p:spPr>
          <a:xfrm>
            <a:off x="480000" y="820000"/>
            <a:ext cx="11232000" cy="490000"/>
          </a:xfrm>
          <a:prstGeom prst="rect">
            <a:avLst/>
          </a:prstGeom>
          <a:solidFill>
            <a:srgbClr val="F3F6FA"/>
          </a:solidFill>
          <a:ln w="12700">
            <a:solidFill>
              <a:srgbClr val="FFFFFF"/>
            </a:solidFill>
          </a:ln>
        </p:spPr>
        <p:txBody>
          <a:bodyPr wrap="square"/>
          <a:lstStyle/>
          <a:p>
            <a:pPr/>
            <a:r>
              <a:rPr lang="en-US"/>
              <a:t xml:space="preserve">How do the components connect?</a:t>
            </a:r>
            <a:endParaRPr lang="en-US"/>
          </a:p>
        </p:txBody>
      </p:sp>
      <p:sp>
        <p:nvSpPr>
          <p:cNvPr id="4" name="umf-node-YXBp" descr="umf.visual powerpoint editable node"/>
          <p:cNvSpPr txBox="0"/>
          <p:nvPr/>
        </p:nvSpPr>
        <p:spPr>
          <a:xfrm>
            <a:off x="2563000" y="2482000"/>
            <a:ext cx="1450000" cy="720000"/>
          </a:xfrm>
          <a:prstGeom prst="rect">
            <a:avLst/>
          </a:prstGeom>
          <a:solidFill>
            <a:srgbClr val="E6EEF7"/>
          </a:solidFill>
          <a:ln w="12700">
            <a:solidFill>
              <a:srgbClr val="55708A"/>
            </a:solidFill>
          </a:ln>
        </p:spPr>
        <p:txBody>
          <a:bodyPr wrap="square"/>
          <a:lstStyle/>
          <a:p>
            <a:pPr/>
            <a:r>
              <a:rPr lang="en-US"/>
              <a:t xml:space="preserve">API</a:t>
            </a:r>
            <a:endParaRPr lang="en-US"/>
          </a:p>
        </p:txBody>
      </p:sp>
      <p:sp>
        <p:nvSpPr>
          <p:cNvPr id="5" name="umf-node-d29ya2Vy" descr="umf.visual powerpoint editable node"/>
          <p:cNvSpPr txBox="0"/>
          <p:nvPr/>
        </p:nvSpPr>
        <p:spPr>
          <a:xfrm>
            <a:off x="8179000" y="2482000"/>
            <a:ext cx="1450000" cy="720000"/>
          </a:xfrm>
          <a:prstGeom prst="rect">
            <a:avLst/>
          </a:prstGeom>
          <a:solidFill>
            <a:srgbClr val="E6EEF7"/>
          </a:solidFill>
          <a:ln w="12700">
            <a:solidFill>
              <a:srgbClr val="55708A"/>
            </a:solidFill>
          </a:ln>
        </p:spPr>
        <p:txBody>
          <a:bodyPr wrap="square"/>
          <a:lstStyle/>
          <a:p>
            <a:pPr/>
            <a:r>
              <a:rPr lang="en-US"/>
              <a:t xml:space="preserve">Worker</a:t>
            </a:r>
            <a:endParaRPr lang="en-US"/>
          </a:p>
        </p:txBody>
      </p:sp>
      <p:sp>
        <p:nvSpPr>
          <p:cNvPr id="6" name="umf-node-cXVldWU" descr="umf.visual powerpoint editable node"/>
          <p:cNvSpPr txBox="0"/>
          <p:nvPr/>
        </p:nvSpPr>
        <p:spPr>
          <a:xfrm>
            <a:off x="2563000" y="4826000"/>
            <a:ext cx="1450000" cy="720000"/>
          </a:xfrm>
          <a:prstGeom prst="rect">
            <a:avLst/>
          </a:prstGeom>
          <a:solidFill>
            <a:srgbClr val="E6EEF7"/>
          </a:solidFill>
          <a:ln w="12700">
            <a:solidFill>
              <a:srgbClr val="55708A"/>
            </a:solidFill>
          </a:ln>
        </p:spPr>
        <p:txBody>
          <a:bodyPr wrap="square"/>
          <a:lstStyle/>
          <a:p>
            <a:pPr/>
            <a:r>
              <a:rPr lang="en-US"/>
              <a:t xml:space="preserve">Queue</a:t>
            </a:r>
            <a:endParaRPr lang="en-US"/>
          </a:p>
        </p:txBody>
      </p:sp>
      <p:sp>
        <p:nvSpPr>
          <p:cNvPr id="7" name="umf-node-ZGF0YWJhc2U" descr="umf.visual powerpoint editable node"/>
          <p:cNvSpPr txBox="0"/>
          <p:nvPr/>
        </p:nvSpPr>
        <p:spPr>
          <a:xfrm>
            <a:off x="8179000" y="4826000"/>
            <a:ext cx="1450000" cy="720000"/>
          </a:xfrm>
          <a:prstGeom prst="rect">
            <a:avLst/>
          </a:prstGeom>
          <a:solidFill>
            <a:srgbClr val="E6EEF7"/>
          </a:solidFill>
          <a:ln w="12700">
            <a:solidFill>
              <a:srgbClr val="55708A"/>
            </a:solidFill>
          </a:ln>
        </p:spPr>
        <p:txBody>
          <a:bodyPr wrap="square"/>
          <a:lstStyle/>
          <a:p>
            <a:pPr/>
            <a:r>
              <a:rPr lang="en-US"/>
              <a:t xml:space="preserve">Database</a:t>
            </a:r>
            <a:endParaRPr lang="en-US"/>
          </a:p>
        </p:txBody>
      </p:sp>
      <p:cxnSp>
        <p:nvCxnSpPr>
          <p:cNvPr id="8" name="umf-edge-YXBpLXdvcmtlcg" descr="umf.visual powerpoint editable directed connector"/>
          <p:cNvCxnSpPr>
            <a:stCxn id="4" idx="3"/>
            <a:endCxn id="5" idx="1"/>
          </p:cNvCxnSpPr>
          <p:nvPr/>
        </p:nvCxnSpPr>
        <p:spPr>
          <a:xfrm>
            <a:off x="4013000" y="2842000"/>
            <a:ext cx="4166000" cy="1"/>
          </a:xfrm>
          <a:prstGeom prst="line">
            <a:avLst/>
          </a:prstGeom>
          <a:ln w="19050">
            <a:solidFill>
              <a:srgbClr val="34495E"/>
            </a:solidFill>
            <a:headEnd type="none"/>
            <a:tailEnd type="triangle"/>
          </a:ln>
        </p:spPr>
      </p:cxnSp>
      <p:cxnSp>
        <p:nvCxnSpPr>
          <p:cNvPr id="9" name="umf-edge-d29ya2VyLXF1ZXVl" descr="umf.visual powerpoint editable directed connector"/>
          <p:cNvCxnSpPr>
            <a:stCxn id="5" idx="1"/>
            <a:endCxn id="6" idx="3"/>
          </p:cNvCxnSpPr>
          <p:nvPr/>
        </p:nvCxnSpPr>
        <p:spPr>
          <a:xfrm flipH="1">
            <a:off x="4013000" y="2842000"/>
            <a:ext cx="4166000" cy="2344000"/>
          </a:xfrm>
          <a:prstGeom prst="line">
            <a:avLst/>
          </a:prstGeom>
          <a:ln w="19050">
            <a:solidFill>
              <a:srgbClr val="34495E"/>
            </a:solidFill>
            <a:headEnd type="none"/>
            <a:tailEnd type="triangle"/>
          </a:ln>
        </p:spPr>
      </p:cxnSp>
      <p:cxnSp>
        <p:nvCxnSpPr>
          <p:cNvPr id="10" name="umf-edge-cXVldWUtZGF0YWJhc2U" descr="umf.visual powerpoint editable directed connector"/>
          <p:cNvCxnSpPr>
            <a:stCxn id="6" idx="3"/>
            <a:endCxn id="7" idx="1"/>
          </p:cNvCxnSpPr>
          <p:nvPr/>
        </p:nvCxnSpPr>
        <p:spPr>
          <a:xfrm>
            <a:off x="4013000" y="5186000"/>
            <a:ext cx="4166000" cy="1"/>
          </a:xfrm>
          <a:prstGeom prst="line">
            <a:avLst/>
          </a:prstGeom>
          <a:ln w="19050">
            <a:solidFill>
              <a:srgbClr val="34495E"/>
            </a:solidFill>
            <a:headEnd type="none"/>
            <a:tailEnd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item1.xml><?xml version="1.0" encoding="utf-8"?>
<umf:binding xmlns:umf="https://documentdrivendx.org/umf/powerpoint/1" version="1" retention="source-only">{"profile":"umf.visual.powerpoint.network/1","source":"{\n  \"umf\": \"0.10.0\",\n  \"id\": \"visual:frames-headings-annotations\",\n  \"vocabularies\": {\n    \"umf.visual\": {\n      \"version\": \"1.0.0\"\n    }\n  },\n  \"extensions\": {\n    \"umf.visual\": {\n      \"id\": \"frames-headings-annotations\",\n      \"kind\": \"flow\",\n      \"form\": \"network\",\n      \"title\": \"Two system regions\",\n      \"question\": \"How do the components connect?\",\n      \"nodes\": [\n        {\n          \"id\": \"api\",\n          \"label\": \"API\"\n        },\n        {\n          \"id\": \"worker\",\n          \"label\": \"Worker\"\n        },\n        {\n          \"id\": \"queue\",\n          \"label\": \"Queue\"\n        },\n        {\n          \"id\": \"database\",\n          \"label\": \"Database\"\n        }\n      ],\n      \"edges\": [\n        {\n          \"id\": \"api-worker\",\n          \"from\": \"api\",\n          \"to\": \"worker\",\n          \"kind\": \"data\"\n        },\n        {\n          \"id\": \"worker-queue\",\n          \"from\": \"worker\",\n          \"to\": \"queue\",\n          \"kind\": \"data\"\n        },\n        {\n          \"id\": \"queue-database\",\n          \"from\": \"queue\",\n          \"to\": \"database\",\n          \"kind\": \"data\"\n        }\n      ]\n    }\n  },\n  \"modules\": []\n}\n","sourceSha256":"55b08c69a87621081ae7bacfaac63c0dc0e9883d7a97ae280667cbdbda4ba1aa","bindingRevision":1,"modelVersion":"1.0.0","visualId":"frames-headings-annotations","resource":{"host":"powerpoint","documentId":"urn:umf:visual:55b08c69a87621081ae7bacfaac63c0dc0e9883d7a97ae280667cbdbda4ba1aa","pageId":"slide1"}}</umf:binding>
</file>

<file path=docProps/app.xml><?xml version="1.0" encoding="utf-8"?>
<Properties xmlns="http://schemas.openxmlformats.org/officeDocument/2006/extended-properties" xmlns:vt="http://schemas.openxmlformats.org/officeDocument/2006/docPropsVTypes">
  <Application>UMF Visual interchange</Application>
  <PresentationFormat>Widescreen</PresentationFormat>
  <Slides>1</Slides>
  <Notes>0</Notes>
  <HiddenSlides>0</HiddenSlides>
  <MMClips>0</MMClip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UMF Visual</dc:title>
  <dc:creator>UMF Visual</dc:creator>
  <cp:lastModifiedBy>UMF Visual</cp:lastModifiedBy>
  <cp:revision>1</cp:revision>
</cp:coreProperties>
</file>