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F visu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 descr="umf.visual powerpoint editable title"/>
          <p:cNvSpPr txBox="1"/>
          <p:nvPr/>
        </p:nvSpPr>
        <p:spPr>
          <a:xfrm>
            <a:off x="480000" y="220000"/>
            <a:ext cx="11232000" cy="4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Document flow</a:t>
            </a:r>
            <a:endParaRPr lang="en-US"/>
          </a:p>
        </p:txBody>
      </p:sp>
      <p:sp>
        <p:nvSpPr>
          <p:cNvPr id="3" name="umf-question" descr="umf.visual powerpoint editable question"/>
          <p:cNvSpPr txBox="1"/>
          <p:nvPr/>
        </p:nvSpPr>
        <p:spPr>
          <a:xfrm>
            <a:off x="480000" y="820000"/>
            <a:ext cx="11232000" cy="49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How does the process connect the document symbols to storage?</a:t>
            </a:r>
            <a:endParaRPr lang="en-US"/>
          </a:p>
        </p:txBody>
      </p:sp>
      <p:sp>
        <p:nvSpPr>
          <p:cNvPr id="4" name="umf-node-cHJvY2Vzcw" descr="umf.visual powerpoint editable node"/>
          <p:cNvSpPr txBox="0"/>
          <p:nvPr/>
        </p:nvSpPr>
        <p:spPr>
          <a:xfrm>
            <a:off x="2563000" y="2482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Process</a:t>
            </a:r>
            <a:endParaRPr lang="en-US"/>
          </a:p>
        </p:txBody>
      </p:sp>
      <p:sp>
        <p:nvSpPr>
          <p:cNvPr id="5" name="umf-node-ZG9jdW1lbnQtb25l" descr="umf.visual powerpoint editable node"/>
          <p:cNvSpPr txBox="0"/>
          <p:nvPr/>
        </p:nvSpPr>
        <p:spPr>
          <a:xfrm>
            <a:off x="8179000" y="2482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Document</a:t>
            </a:r>
            <a:endParaRPr lang="en-US"/>
          </a:p>
        </p:txBody>
      </p:sp>
      <p:sp>
        <p:nvSpPr>
          <p:cNvPr id="6" name="umf-node-ZG9jdW1lbnRzLW1hbnk" descr="umf.visual powerpoint editable node"/>
          <p:cNvSpPr txBox="0"/>
          <p:nvPr/>
        </p:nvSpPr>
        <p:spPr>
          <a:xfrm>
            <a:off x="2563000" y="4826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Multiple documents</a:t>
            </a:r>
            <a:endParaRPr lang="en-US"/>
          </a:p>
        </p:txBody>
      </p:sp>
      <p:sp>
        <p:nvSpPr>
          <p:cNvPr id="7" name="umf-node-c3RvcmU" descr="umf.visual powerpoint editable node"/>
          <p:cNvSpPr txBox="0"/>
          <p:nvPr/>
        </p:nvSpPr>
        <p:spPr>
          <a:xfrm>
            <a:off x="8179000" y="4826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Data store</a:t>
            </a:r>
            <a:endParaRPr lang="en-US"/>
          </a:p>
        </p:txBody>
      </p:sp>
      <p:cxnSp>
        <p:nvCxnSpPr>
          <p:cNvPr id="8" name="umf-edge-cHJvY2Vzcy1kb2N1bWVudA" descr="umf.visual powerpoint editable directed connector"/>
          <p:cNvCxnSpPr>
            <a:stCxn id="4" idx="3"/>
            <a:endCxn id="5" idx="1"/>
          </p:cNvCxnSpPr>
          <p:nvPr/>
        </p:nvCxnSpPr>
        <p:spPr>
          <a:xfrm>
            <a:off x="4013000" y="2842000"/>
            <a:ext cx="4166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sp>
        <p:nvSpPr>
          <p:cNvPr id="9" name="umf-edge-label-cHJvY2Vzcy1kb2N1bWVudA" descr="umf.visual powerpoint editable edge-label"/>
          <p:cNvSpPr txBox="1"/>
          <p:nvPr/>
        </p:nvSpPr>
        <p:spPr>
          <a:xfrm>
            <a:off x="5421000" y="2692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produces</a:t>
            </a:r>
            <a:endParaRPr lang="en-US"/>
          </a:p>
        </p:txBody>
      </p:sp>
      <p:cxnSp>
        <p:nvCxnSpPr>
          <p:cNvPr id="10" name="umf-edge-ZG9jdW1lbnQtbXVsdGlwbGU" descr="umf.visual powerpoint editable directed connector"/>
          <p:cNvCxnSpPr>
            <a:stCxn id="5" idx="1"/>
            <a:endCxn id="6" idx="3"/>
          </p:cNvCxnSpPr>
          <p:nvPr/>
        </p:nvCxnSpPr>
        <p:spPr>
          <a:xfrm flipH="1">
            <a:off x="4013000" y="2842000"/>
            <a:ext cx="4166000" cy="234400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sp>
        <p:nvSpPr>
          <p:cNvPr id="11" name="umf-edge-label-ZG9jdW1lbnQtbXVsdGlwbGU" descr="umf.visual powerpoint editable edge-label"/>
          <p:cNvSpPr txBox="1"/>
          <p:nvPr/>
        </p:nvSpPr>
        <p:spPr>
          <a:xfrm>
            <a:off x="5421000" y="3864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expands to</a:t>
            </a:r>
            <a:endParaRPr lang="en-US"/>
          </a:p>
        </p:txBody>
      </p:sp>
      <p:cxnSp>
        <p:nvCxnSpPr>
          <p:cNvPr id="12" name="umf-edge-bXVsdGlwbGUtc3RvcmU" descr="umf.visual powerpoint editable directed connector"/>
          <p:cNvCxnSpPr>
            <a:stCxn id="6" idx="3"/>
            <a:endCxn id="7" idx="1"/>
          </p:cNvCxnSpPr>
          <p:nvPr/>
        </p:nvCxnSpPr>
        <p:spPr>
          <a:xfrm>
            <a:off x="4013000" y="5186000"/>
            <a:ext cx="4166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sp>
        <p:nvSpPr>
          <p:cNvPr id="13" name="umf-edge-label-bXVsdGlwbGUtc3RvcmU" descr="umf.visual powerpoint editable edge-label"/>
          <p:cNvSpPr txBox="1"/>
          <p:nvPr/>
        </p:nvSpPr>
        <p:spPr>
          <a:xfrm>
            <a:off x="5421000" y="5036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writes to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
<umf:binding xmlns:umf="https://documentdrivendx.org/umf/powerpoint/1" version="1" retention="source-only">{"profile":"umf.visual.powerpoint.network/1","source":"{\n  \"umf\": \"0.10.0\",\n  \"id\": \"visual:process-documents-store\",\n  \"vocabularies\": {\n    \"umf.visual\": {\n      \"version\": \"1.0.0\"\n    }\n  },\n  \"extensions\": {\n    \"umf.visual\": {\n      \"id\": \"process-documents-store\",\n      \"kind\": \"flow\",\n      \"form\": \"network\",\n      \"title\": \"Document flow\",\n      \"question\": \"How does the process connect the document symbols to storage?\",\n      \"nodes\": [\n        {\n          \"id\": \"process\",\n          \"label\": \"Process\"\n        },\n        {\n          \"id\": \"document-one\",\n          \"label\": \"Document\",\n          \"role\": \"document\"\n        },\n        {\n          \"id\": \"documents-many\",\n          \"label\": \"Multiple documents\"\n        },\n        {\n          \"id\": \"store\",\n          \"label\": \"Data store\",\n          \"role\": \"store\"\n        }\n      ],\n      \"edges\": [\n        {\n          \"id\": \"process-document\",\n          \"from\": \"process\",\n          \"to\": \"document-one\",\n          \"kind\": \"data\",\n          \"label\": \"produces\"\n        },\n        {\n          \"id\": \"document-multiple\",\n          \"from\": \"document-one\",\n          \"to\": \"documents-many\",\n          \"kind\": \"data\",\n          \"label\": \"expands to\"\n        },\n        {\n          \"id\": \"multiple-store\",\n          \"from\": \"documents-many\",\n          \"to\": \"store\",\n          \"kind\": \"data\",\n          \"label\": \"writes to\"\n        }\n      ]\n    }\n  },\n  \"modules\": []\n}\n","sourceSha256":"5912a60b5beafbf10bd1b3f243ac7658022b7cac7ef93afa961312e4d1ef6520","bindingRevision":1,"modelVersion":"1.0.0","visualId":"process-documents-store","resource":{"host":"powerpoint","documentId":"urn:umf:visual:5912a60b5beafbf10bd1b3f243ac7658022b7cac7ef93afa961312e4d1ef6520","pageId":"slide1"}}</umf:binding>
</file>

<file path=docProps/app.xml><?xml version="1.0" encoding="utf-8"?>
<Properties xmlns="http://schemas.openxmlformats.org/officeDocument/2006/extended-properties" xmlns:vt="http://schemas.openxmlformats.org/officeDocument/2006/docPropsVTypes">
  <Application>UMF Visual interchange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UMF Visual</dc:title>
  <dc:creator>UMF Visual</dc:creator>
  <cp:lastModifiedBy>UMF Visual</cp:lastModifiedBy>
  <cp:revision>1</cp:revision>
</cp:coreProperties>
</file>