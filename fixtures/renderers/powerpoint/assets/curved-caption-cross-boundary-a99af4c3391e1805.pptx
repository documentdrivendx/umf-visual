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Cross-region link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Which items are connected?</a:t>
            </a:r>
            <a:endParaRPr lang="en-US"/>
          </a:p>
        </p:txBody>
      </p:sp>
      <p:sp>
        <p:nvSpPr>
          <p:cNvPr id="4" name="umf-node-c291cmNlLW5vZGU" descr="umf.visual powerpoint editable node"/>
          <p:cNvSpPr txBox="0"/>
          <p:nvPr/>
        </p:nvSpPr>
        <p:spPr>
          <a:xfrm>
            <a:off x="2563000" y="3654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Source</a:t>
            </a:r>
            <a:endParaRPr lang="en-US"/>
          </a:p>
        </p:txBody>
      </p:sp>
      <p:sp>
        <p:nvSpPr>
          <p:cNvPr id="5" name="umf-node-dGFyZ2V0LW5vZGU" descr="umf.visual powerpoint editable node"/>
          <p:cNvSpPr txBox="0"/>
          <p:nvPr/>
        </p:nvSpPr>
        <p:spPr>
          <a:xfrm>
            <a:off x="8179000" y="3654000"/>
            <a:ext cx="1450000" cy="72000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Target</a:t>
            </a:r>
            <a:endParaRPr lang="en-US"/>
          </a:p>
        </p:txBody>
      </p:sp>
      <p:cxnSp>
        <p:nvCxnSpPr>
          <p:cNvPr id="6" name="umf-edge-Y3Jvc3MtZWRnZQ" descr="umf.visual powerpoint editable directed connector"/>
          <p:cNvCxnSpPr>
            <a:stCxn id="4" idx="3"/>
            <a:endCxn id="5" idx="1"/>
          </p:cNvCxnSpPr>
          <p:nvPr/>
        </p:nvCxnSpPr>
        <p:spPr>
          <a:xfrm>
            <a:off x="4013000" y="4014000"/>
            <a:ext cx="4166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7" name="umf-edge-label-Y3Jvc3MtZWRnZQ" descr="umf.visual powerpoint editable edge-label"/>
          <p:cNvSpPr txBox="1"/>
          <p:nvPr/>
        </p:nvSpPr>
        <p:spPr>
          <a:xfrm>
            <a:off x="5421000" y="3864000"/>
            <a:ext cx="1350000" cy="3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caption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\"visual:curved-caption-cross-boundary\",\n  \"vocabularies\": {\n    \"umf.visual\": {\n      \"version\": \"1.0.0\"\n    }\n  },\n  \"extensions\": {\n    \"umf.visual\": {\n      \"id\": \"curved-caption-cross-boundary\",\n      \"kind\": \"flow\",\n      \"form\": \"network\",\n      \"title\": \"Cross-region link\",\n      \"question\": \"Which items are connected?\",\n      \"nodes\": [\n        {\n          \"id\": \"source-node\",\n          \"label\": \"Source\",\n          \"group\": \"region-a\"\n        },\n        {\n          \"id\": \"target-node\",\n          \"label\": \"Target\",\n          \"group\": \"region-b\"\n        }\n      ],\n      \"edges\": [\n        {\n          \"id\": \"cross-edge\",\n          \"from\": \"source-node\",\n          \"to\": \"target-node\",\n          \"kind\": \"data\",\n          \"label\": \"caption\"\n        }\n      ],\n      \"groups\": [\n        {\n          \"id\": \"region-a\",\n          \"label\": \"Region A\",\n          \"role\": \"region\"\n        },\n        {\n          \"id\": \"region-b\",\n          \"label\": \"Region B\",\n          \"role\": \"region\"\n        }\n      ]\n    }\n  },\n  \"modules\": []\n}\n","sourceSha256":"3ac5f9703680ac77f66ff0947d2350e53138dea073f11da16e099fed6272aa8c","bindingRevision":1,"modelVersion":"1.0.0","visualId":"curved-caption-cross-boundary","resource":{"host":"powerpoint","documentId":"urn:umf:visual:3ac5f9703680ac77f66ff0947d2350e53138dea073f11da16e099fed6272aa8c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