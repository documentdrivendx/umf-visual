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Sixteen-node network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What connections form this network?</a:t>
            </a:r>
            <a:endParaRPr lang="en-US"/>
          </a:p>
        </p:txBody>
      </p:sp>
      <p:sp>
        <p:nvSpPr>
          <p:cNvPr id="4" name="umf-node-bjAx" descr="umf.visual powerpoint editable node"/>
          <p:cNvSpPr txBox="0"/>
          <p:nvPr/>
        </p:nvSpPr>
        <p:spPr>
          <a:xfrm>
            <a:off x="1159000" y="1927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01</a:t>
            </a:r>
            <a:endParaRPr lang="en-US"/>
          </a:p>
        </p:txBody>
      </p:sp>
      <p:sp>
        <p:nvSpPr>
          <p:cNvPr id="5" name="umf-node-bjAy" descr="umf.visual powerpoint editable node"/>
          <p:cNvSpPr txBox="0"/>
          <p:nvPr/>
        </p:nvSpPr>
        <p:spPr>
          <a:xfrm>
            <a:off x="3967000" y="1927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02</a:t>
            </a:r>
            <a:endParaRPr lang="en-US"/>
          </a:p>
        </p:txBody>
      </p:sp>
      <p:sp>
        <p:nvSpPr>
          <p:cNvPr id="6" name="umf-node-bjAz" descr="umf.visual powerpoint editable node"/>
          <p:cNvSpPr txBox="0"/>
          <p:nvPr/>
        </p:nvSpPr>
        <p:spPr>
          <a:xfrm>
            <a:off x="6775000" y="1927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03</a:t>
            </a:r>
            <a:endParaRPr lang="en-US"/>
          </a:p>
        </p:txBody>
      </p:sp>
      <p:sp>
        <p:nvSpPr>
          <p:cNvPr id="7" name="umf-node-bjA0" descr="umf.visual powerpoint editable node"/>
          <p:cNvSpPr txBox="0"/>
          <p:nvPr/>
        </p:nvSpPr>
        <p:spPr>
          <a:xfrm>
            <a:off x="9583000" y="1927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04</a:t>
            </a:r>
            <a:endParaRPr lang="en-US"/>
          </a:p>
        </p:txBody>
      </p:sp>
      <p:sp>
        <p:nvSpPr>
          <p:cNvPr id="8" name="umf-node-bjA1" descr="umf.visual powerpoint editable node"/>
          <p:cNvSpPr txBox="0"/>
          <p:nvPr/>
        </p:nvSpPr>
        <p:spPr>
          <a:xfrm>
            <a:off x="1159000" y="3099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05</a:t>
            </a:r>
            <a:endParaRPr lang="en-US"/>
          </a:p>
        </p:txBody>
      </p:sp>
      <p:sp>
        <p:nvSpPr>
          <p:cNvPr id="9" name="umf-node-bjA2" descr="umf.visual powerpoint editable node"/>
          <p:cNvSpPr txBox="0"/>
          <p:nvPr/>
        </p:nvSpPr>
        <p:spPr>
          <a:xfrm>
            <a:off x="3967000" y="3099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06</a:t>
            </a:r>
            <a:endParaRPr lang="en-US"/>
          </a:p>
        </p:txBody>
      </p:sp>
      <p:sp>
        <p:nvSpPr>
          <p:cNvPr id="10" name="umf-node-bjA3" descr="umf.visual powerpoint editable node"/>
          <p:cNvSpPr txBox="0"/>
          <p:nvPr/>
        </p:nvSpPr>
        <p:spPr>
          <a:xfrm>
            <a:off x="6775000" y="3099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07</a:t>
            </a:r>
            <a:endParaRPr lang="en-US"/>
          </a:p>
        </p:txBody>
      </p:sp>
      <p:sp>
        <p:nvSpPr>
          <p:cNvPr id="11" name="umf-node-bjA4" descr="umf.visual powerpoint editable node"/>
          <p:cNvSpPr txBox="0"/>
          <p:nvPr/>
        </p:nvSpPr>
        <p:spPr>
          <a:xfrm>
            <a:off x="9583000" y="3099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08</a:t>
            </a:r>
            <a:endParaRPr lang="en-US"/>
          </a:p>
        </p:txBody>
      </p:sp>
      <p:sp>
        <p:nvSpPr>
          <p:cNvPr id="12" name="umf-node-bjA5" descr="umf.visual powerpoint editable node"/>
          <p:cNvSpPr txBox="0"/>
          <p:nvPr/>
        </p:nvSpPr>
        <p:spPr>
          <a:xfrm>
            <a:off x="1159000" y="42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09</a:t>
            </a:r>
            <a:endParaRPr lang="en-US"/>
          </a:p>
        </p:txBody>
      </p:sp>
      <p:sp>
        <p:nvSpPr>
          <p:cNvPr id="13" name="umf-node-bjEw" descr="umf.visual powerpoint editable node"/>
          <p:cNvSpPr txBox="0"/>
          <p:nvPr/>
        </p:nvSpPr>
        <p:spPr>
          <a:xfrm>
            <a:off x="3967000" y="42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10</a:t>
            </a:r>
            <a:endParaRPr lang="en-US"/>
          </a:p>
        </p:txBody>
      </p:sp>
      <p:sp>
        <p:nvSpPr>
          <p:cNvPr id="14" name="umf-node-bjEx" descr="umf.visual powerpoint editable node"/>
          <p:cNvSpPr txBox="0"/>
          <p:nvPr/>
        </p:nvSpPr>
        <p:spPr>
          <a:xfrm>
            <a:off x="6775000" y="42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11</a:t>
            </a:r>
            <a:endParaRPr lang="en-US"/>
          </a:p>
        </p:txBody>
      </p:sp>
      <p:sp>
        <p:nvSpPr>
          <p:cNvPr id="15" name="umf-node-bjEy" descr="umf.visual powerpoint editable node"/>
          <p:cNvSpPr txBox="0"/>
          <p:nvPr/>
        </p:nvSpPr>
        <p:spPr>
          <a:xfrm>
            <a:off x="9583000" y="42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12</a:t>
            </a:r>
            <a:endParaRPr lang="en-US"/>
          </a:p>
        </p:txBody>
      </p:sp>
      <p:sp>
        <p:nvSpPr>
          <p:cNvPr id="16" name="umf-node-bjEz" descr="umf.visual powerpoint editable node"/>
          <p:cNvSpPr txBox="0"/>
          <p:nvPr/>
        </p:nvSpPr>
        <p:spPr>
          <a:xfrm>
            <a:off x="1159000" y="5443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13</a:t>
            </a:r>
            <a:endParaRPr lang="en-US"/>
          </a:p>
        </p:txBody>
      </p:sp>
      <p:sp>
        <p:nvSpPr>
          <p:cNvPr id="17" name="umf-node-bjE0" descr="umf.visual powerpoint editable node"/>
          <p:cNvSpPr txBox="0"/>
          <p:nvPr/>
        </p:nvSpPr>
        <p:spPr>
          <a:xfrm>
            <a:off x="3967000" y="5443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14</a:t>
            </a:r>
            <a:endParaRPr lang="en-US"/>
          </a:p>
        </p:txBody>
      </p:sp>
      <p:sp>
        <p:nvSpPr>
          <p:cNvPr id="18" name="umf-node-bjE1" descr="umf.visual powerpoint editable node"/>
          <p:cNvSpPr txBox="0"/>
          <p:nvPr/>
        </p:nvSpPr>
        <p:spPr>
          <a:xfrm>
            <a:off x="6775000" y="5443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15</a:t>
            </a:r>
            <a:endParaRPr lang="en-US"/>
          </a:p>
        </p:txBody>
      </p:sp>
      <p:sp>
        <p:nvSpPr>
          <p:cNvPr id="19" name="umf-node-bjE2" descr="umf.visual powerpoint editable node"/>
          <p:cNvSpPr txBox="0"/>
          <p:nvPr/>
        </p:nvSpPr>
        <p:spPr>
          <a:xfrm>
            <a:off x="9583000" y="5443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16</a:t>
            </a:r>
            <a:endParaRPr lang="en-US"/>
          </a:p>
        </p:txBody>
      </p:sp>
      <p:cxnSp>
        <p:nvCxnSpPr>
          <p:cNvPr id="20" name="umf-edge-ZTAx" descr="umf.visual powerpoint editable directed connector"/>
          <p:cNvCxnSpPr>
            <a:stCxn id="4" idx="3"/>
            <a:endCxn id="5" idx="1"/>
          </p:cNvCxnSpPr>
          <p:nvPr/>
        </p:nvCxnSpPr>
        <p:spPr>
          <a:xfrm>
            <a:off x="2609000" y="2256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1" name="umf-edge-ZTAy" descr="umf.visual powerpoint editable directed connector"/>
          <p:cNvCxnSpPr>
            <a:stCxn id="5" idx="3"/>
            <a:endCxn id="6" idx="1"/>
          </p:cNvCxnSpPr>
          <p:nvPr/>
        </p:nvCxnSpPr>
        <p:spPr>
          <a:xfrm>
            <a:off x="5417000" y="2256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2" name="umf-edge-ZTAz" descr="umf.visual powerpoint editable directed connector"/>
          <p:cNvCxnSpPr>
            <a:stCxn id="6" idx="3"/>
            <a:endCxn id="7" idx="1"/>
          </p:cNvCxnSpPr>
          <p:nvPr/>
        </p:nvCxnSpPr>
        <p:spPr>
          <a:xfrm>
            <a:off x="8225000" y="2256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3" name="umf-edge-ZTA0" descr="umf.visual powerpoint editable directed connector"/>
          <p:cNvCxnSpPr>
            <a:stCxn id="7" idx="1"/>
            <a:endCxn id="8" idx="3"/>
          </p:cNvCxnSpPr>
          <p:nvPr/>
        </p:nvCxnSpPr>
        <p:spPr>
          <a:xfrm flipH="1">
            <a:off x="2609000" y="2256000"/>
            <a:ext cx="6974000" cy="117200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4" name="umf-edge-ZTA1" descr="umf.visual powerpoint editable directed connector"/>
          <p:cNvCxnSpPr>
            <a:stCxn id="8" idx="3"/>
            <a:endCxn id="9" idx="1"/>
          </p:cNvCxnSpPr>
          <p:nvPr/>
        </p:nvCxnSpPr>
        <p:spPr>
          <a:xfrm>
            <a:off x="2609000" y="3428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5" name="umf-edge-ZTA2" descr="umf.visual powerpoint editable directed connector"/>
          <p:cNvCxnSpPr>
            <a:stCxn id="9" idx="3"/>
            <a:endCxn id="10" idx="1"/>
          </p:cNvCxnSpPr>
          <p:nvPr/>
        </p:nvCxnSpPr>
        <p:spPr>
          <a:xfrm>
            <a:off x="5417000" y="3428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6" name="umf-edge-ZTA3" descr="umf.visual powerpoint editable directed connector"/>
          <p:cNvCxnSpPr>
            <a:stCxn id="10" idx="3"/>
            <a:endCxn id="11" idx="1"/>
          </p:cNvCxnSpPr>
          <p:nvPr/>
        </p:nvCxnSpPr>
        <p:spPr>
          <a:xfrm>
            <a:off x="8225000" y="3428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7" name="umf-edge-ZTA4" descr="umf.visual powerpoint editable directed connector"/>
          <p:cNvCxnSpPr>
            <a:stCxn id="11" idx="1"/>
            <a:endCxn id="12" idx="3"/>
          </p:cNvCxnSpPr>
          <p:nvPr/>
        </p:nvCxnSpPr>
        <p:spPr>
          <a:xfrm flipH="1">
            <a:off x="2609000" y="3428000"/>
            <a:ext cx="6974000" cy="117200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8" name="umf-edge-ZTA5" descr="umf.visual powerpoint editable directed connector"/>
          <p:cNvCxnSpPr>
            <a:stCxn id="12" idx="3"/>
            <a:endCxn id="13" idx="1"/>
          </p:cNvCxnSpPr>
          <p:nvPr/>
        </p:nvCxnSpPr>
        <p:spPr>
          <a:xfrm>
            <a:off x="2609000" y="4600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9" name="umf-edge-ZTEw" descr="umf.visual powerpoint editable directed connector"/>
          <p:cNvCxnSpPr>
            <a:stCxn id="13" idx="3"/>
            <a:endCxn id="14" idx="1"/>
          </p:cNvCxnSpPr>
          <p:nvPr/>
        </p:nvCxnSpPr>
        <p:spPr>
          <a:xfrm>
            <a:off x="5417000" y="4600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0" name="umf-edge-ZTEx" descr="umf.visual powerpoint editable directed connector"/>
          <p:cNvCxnSpPr>
            <a:stCxn id="14" idx="3"/>
            <a:endCxn id="15" idx="1"/>
          </p:cNvCxnSpPr>
          <p:nvPr/>
        </p:nvCxnSpPr>
        <p:spPr>
          <a:xfrm>
            <a:off x="8225000" y="4600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1" name="umf-edge-ZTEy" descr="umf.visual powerpoint editable directed connector"/>
          <p:cNvCxnSpPr>
            <a:stCxn id="15" idx="1"/>
            <a:endCxn id="16" idx="3"/>
          </p:cNvCxnSpPr>
          <p:nvPr/>
        </p:nvCxnSpPr>
        <p:spPr>
          <a:xfrm flipH="1">
            <a:off x="2609000" y="4600000"/>
            <a:ext cx="6974000" cy="117200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2" name="umf-edge-ZTEz" descr="umf.visual powerpoint editable directed connector"/>
          <p:cNvCxnSpPr>
            <a:stCxn id="16" idx="3"/>
            <a:endCxn id="17" idx="1"/>
          </p:cNvCxnSpPr>
          <p:nvPr/>
        </p:nvCxnSpPr>
        <p:spPr>
          <a:xfrm>
            <a:off x="2609000" y="5772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3" name="umf-edge-ZTE0" descr="umf.visual powerpoint editable directed connector"/>
          <p:cNvCxnSpPr>
            <a:stCxn id="17" idx="3"/>
            <a:endCxn id="18" idx="1"/>
          </p:cNvCxnSpPr>
          <p:nvPr/>
        </p:nvCxnSpPr>
        <p:spPr>
          <a:xfrm>
            <a:off x="5417000" y="5772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4" name="umf-edge-ZTE1" descr="umf.visual powerpoint editable directed connector"/>
          <p:cNvCxnSpPr>
            <a:stCxn id="18" idx="3"/>
            <a:endCxn id="19" idx="1"/>
          </p:cNvCxnSpPr>
          <p:nvPr/>
        </p:nvCxnSpPr>
        <p:spPr>
          <a:xfrm>
            <a:off x="8225000" y="5772000"/>
            <a:ext cx="1358000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5" name="umf-edge-ZTE2" descr="umf.visual powerpoint editable directed connector"/>
          <p:cNvCxnSpPr>
            <a:stCxn id="19" idx="1"/>
            <a:endCxn id="4" idx="3"/>
          </p:cNvCxnSpPr>
          <p:nvPr/>
        </p:nvCxnSpPr>
        <p:spPr>
          <a:xfrm flipH="1" flipV="1">
            <a:off x="2609000" y="2256000"/>
            <a:ext cx="6974000" cy="351600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6" name="umf-edge-ZTE3" descr="umf.visual powerpoint editable directed connector"/>
          <p:cNvCxnSpPr>
            <a:stCxn id="4" idx="2"/>
            <a:endCxn id="8" idx="0"/>
          </p:cNvCxnSpPr>
          <p:nvPr/>
        </p:nvCxnSpPr>
        <p:spPr>
          <a:xfrm>
            <a:off x="1884000" y="2584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7" name="umf-edge-ZTE4" descr="umf.visual powerpoint editable directed connector"/>
          <p:cNvCxnSpPr>
            <a:stCxn id="5" idx="2"/>
            <a:endCxn id="9" idx="0"/>
          </p:cNvCxnSpPr>
          <p:nvPr/>
        </p:nvCxnSpPr>
        <p:spPr>
          <a:xfrm>
            <a:off x="4692000" y="2584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8" name="umf-edge-ZTE5" descr="umf.visual powerpoint editable directed connector"/>
          <p:cNvCxnSpPr>
            <a:stCxn id="6" idx="2"/>
            <a:endCxn id="10" idx="0"/>
          </p:cNvCxnSpPr>
          <p:nvPr/>
        </p:nvCxnSpPr>
        <p:spPr>
          <a:xfrm>
            <a:off x="7500000" y="2584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9" name="umf-edge-ZTIw" descr="umf.visual powerpoint editable directed connector"/>
          <p:cNvCxnSpPr>
            <a:stCxn id="7" idx="2"/>
            <a:endCxn id="11" idx="0"/>
          </p:cNvCxnSpPr>
          <p:nvPr/>
        </p:nvCxnSpPr>
        <p:spPr>
          <a:xfrm>
            <a:off x="10308000" y="2584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0" name="umf-edge-ZTIx" descr="umf.visual powerpoint editable directed connector"/>
          <p:cNvCxnSpPr>
            <a:stCxn id="8" idx="2"/>
            <a:endCxn id="12" idx="0"/>
          </p:cNvCxnSpPr>
          <p:nvPr/>
        </p:nvCxnSpPr>
        <p:spPr>
          <a:xfrm>
            <a:off x="1884000" y="3756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1" name="umf-edge-ZTIy" descr="umf.visual powerpoint editable directed connector"/>
          <p:cNvCxnSpPr>
            <a:stCxn id="9" idx="2"/>
            <a:endCxn id="13" idx="0"/>
          </p:cNvCxnSpPr>
          <p:nvPr/>
        </p:nvCxnSpPr>
        <p:spPr>
          <a:xfrm>
            <a:off x="4692000" y="3756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2" name="umf-edge-ZTIz" descr="umf.visual powerpoint editable directed connector"/>
          <p:cNvCxnSpPr>
            <a:stCxn id="10" idx="2"/>
            <a:endCxn id="14" idx="0"/>
          </p:cNvCxnSpPr>
          <p:nvPr/>
        </p:nvCxnSpPr>
        <p:spPr>
          <a:xfrm>
            <a:off x="7500000" y="3756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3" name="umf-edge-ZTI0" descr="umf.visual powerpoint editable directed connector"/>
          <p:cNvCxnSpPr>
            <a:stCxn id="11" idx="2"/>
            <a:endCxn id="15" idx="0"/>
          </p:cNvCxnSpPr>
          <p:nvPr/>
        </p:nvCxnSpPr>
        <p:spPr>
          <a:xfrm>
            <a:off x="10308000" y="3756160"/>
            <a:ext cx="1" cy="515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\"visual:network-16x24\",\n  \"vocabularies\": {\n    \"umf.visual\": {\n      \"version\": \"1.1.0\"\n    }\n  },\n  \"extensions\": {\n    \"umf.visual\": {\n      \"id\": \"network-16x24\",\n      \"kind\": \"flow\",\n      \"form\": \"network\",\n      \"title\": \"Sixteen-node network\",\n      \"question\": \"What connections form this network?\",\n      \"nodes\": [\n        {\n          \"id\": \"n01\",\n          \"label\": \"Node 01\"\n        },\n        {\n          \"id\": \"n02\",\n          \"label\": \"Node 02\"\n        },\n        {\n          \"id\": \"n03\",\n          \"label\": \"Node 03\"\n        },\n        {\n          \"id\": \"n04\",\n          \"label\": \"Node 04\"\n        },\n        {\n          \"id\": \"n05\",\n          \"label\": \"Node 05\"\n        },\n        {\n          \"id\": \"n06\",\n          \"label\": \"Node 06\"\n        },\n        {\n          \"id\": \"n07\",\n          \"label\": \"Node 07\"\n        },\n        {\n          \"id\": \"n08\",\n          \"label\": \"Node 08\"\n        },\n        {\n          \"id\": \"n09\",\n          \"label\": \"Node 09\"\n        },\n        {\n          \"id\": \"n10\",\n          \"label\": \"Node 10\"\n        },\n        {\n          \"id\": \"n11\",\n          \"label\": \"Node 11\"\n        },\n        {\n          \"id\": \"n12\",\n          \"label\": \"Node 12\"\n        },\n        {\n          \"id\": \"n13\",\n          \"label\": \"Node 13\"\n        },\n        {\n          \"id\": \"n14\",\n          \"label\": \"Node 14\"\n        },\n        {\n          \"id\": \"n15\",\n          \"label\": \"Node 15\"\n        },\n        {\n          \"id\": \"n16\",\n          \"label\": \"Node 16\"\n        }\n      ],\n      \"edges\": [\n        {\n          \"id\": \"e01\",\n          \"from\": \"n01\",\n          \"to\": \"n02\",\n          \"kind\": \"data\"\n        },\n        {\n          \"id\": \"e02\",\n          \"from\": \"n02\",\n          \"to\": \"n03\",\n          \"kind\": \"data\"\n        },\n        {\n          \"id\": \"e03\",\n          \"from\": \"n03\",\n          \"to\": \"n04\",\n          \"kind\": \"data\"\n        },\n        {\n          \"id\": \"e04\",\n          \"from\": \"n04\",\n          \"to\": \"n05\",\n          \"kind\": \"data\"\n        },\n        {\n          \"id\": \"e05\",\n          \"from\": \"n05\",\n          \"to\": \"n06\",\n          \"kind\": \"data\"\n        },\n        {\n          \"id\": \"e06\",\n          \"from\": \"n06\",\n          \"to\": \"n07\",\n          \"kind\": \"data\"\n        },\n        {\n          \"id\": \"e07\",\n          \"from\": \"n07\",\n          \"to\": \"n08\",\n          \"kind\": \"data\"\n        },\n        {\n          \"id\": \"e08\",\n          \"from\": \"n08\",\n          \"to\": \"n09\",\n          \"kind\": \"data\"\n        },\n        {\n          \"id\": \"e09\",\n          \"from\": \"n09\",\n          \"to\": \"n10\",\n          \"kind\": \"data\"\n        },\n        {\n          \"id\": \"e10\",\n          \"from\": \"n10\",\n          \"to\": \"n11\",\n          \"kind\": \"data\"\n        },\n        {\n          \"id\": \"e11\",\n          \"from\": \"n11\",\n          \"to\": \"n12\",\n          \"kind\": \"data\"\n        },\n        {\n          \"id\": \"e12\",\n          \"from\": \"n12\",\n          \"to\": \"n13\",\n          \"kind\": \"data\"\n        },\n        {\n          \"id\": \"e13\",\n          \"from\": \"n13\",\n          \"to\": \"n14\",\n          \"kind\": \"data\"\n        },\n        {\n          \"id\": \"e14\",\n          \"from\": \"n14\",\n          \"to\": \"n15\",\n          \"kind\": \"data\"\n        },\n        {\n          \"id\": \"e15\",\n          \"from\": \"n15\",\n          \"to\": \"n16\",\n          \"kind\": \"data\"\n        },\n        {\n          \"id\": \"e16\",\n          \"from\": \"n16\",\n          \"to\": \"n01\",\n          \"kind\": \"data\"\n        },\n        {\n          \"id\": \"e17\",\n          \"from\": \"n01\",\n          \"to\": \"n05\",\n          \"kind\": \"data\"\n        },\n        {\n          \"id\": \"e18\",\n          \"from\": \"n02\",\n          \"to\": \"n06\",\n          \"kind\": \"data\"\n        },\n        {\n          \"id\": \"e19\",\n          \"from\": \"n03\",\n          \"to\": \"n07\",\n          \"kind\": \"data\"\n        },\n        {\n          \"id\": \"e20\",\n          \"from\": \"n04\",\n          \"to\": \"n08\",\n          \"kind\": \"data\"\n        },\n        {\n          \"id\": \"e21\",\n          \"from\": \"n05\",\n          \"to\": \"n09\",\n          \"kind\": \"data\"\n        },\n        {\n          \"id\": \"e22\",\n          \"from\": \"n06\",\n          \"to\": \"n10\",\n          \"kind\": \"data\"\n        },\n        {\n          \"id\": \"e23\",\n          \"from\": \"n07\",\n          \"to\": \"n11\",\n          \"kind\": \"data\"\n        },\n        {\n          \"id\": \"e24\",\n          \"from\": \"n08\",\n          \"to\": \"n12\",\n          \"kind\": \"data\"\n        }\n      ]\n    }\n  },\n  \"modules\": []\n}\n","sourceSha256":"dc6d021a3a59b30bf45475e36b6bdfa86000e3e6d1b9291ed203bc6b604417d4","bindingRevision":1,"modelVersion":"1.1.0","visualId":"network-16x24","resource":{"host":"powerpoint","documentId":"urn:umf:visual:dc6d021a3a59b30bf45475e36b6bdfa86000e3e6d1b9291ed203bc6b604417d4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