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calls the API?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ual-title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Client calls API</a:t>
            </a:r>
            <a:endParaRPr lang="en-US" sz="2400" dirty="0"/>
          </a:p>
        </p:txBody>
      </p:sp>
      <p:sp>
        <p:nvSpPr>
          <p:cNvPr id="3" name="umf-node-client"/>
          <p:cNvSpPr/>
          <p:nvPr/>
        </p:nvSpPr>
        <p:spPr>
          <a:xfrm>
            <a:off x="914400" y="182880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</p:sp>
      <p:sp>
        <p:nvSpPr>
          <p:cNvPr id="4" name="umf-node-client-label"/>
          <p:cNvSpPr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Client</a:t>
            </a:r>
            <a:endParaRPr lang="en-US" sz="2000" dirty="0"/>
          </a:p>
        </p:txBody>
      </p:sp>
      <p:sp>
        <p:nvSpPr>
          <p:cNvPr id="5" name="umf-node-api"/>
          <p:cNvSpPr/>
          <p:nvPr/>
        </p:nvSpPr>
        <p:spPr>
          <a:xfrm>
            <a:off x="7315200" y="182880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</p:sp>
      <p:sp>
        <p:nvSpPr>
          <p:cNvPr id="6" name="umf-node-api-label"/>
          <p:cNvSpPr/>
          <p:nvPr/>
        </p:nvSpPr>
        <p:spPr>
          <a:xfrm>
            <a:off x="73152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API</a:t>
            </a:r>
            <a:endParaRPr lang="en-US" sz="2000" dirty="0"/>
          </a:p>
        </p:txBody>
      </p:sp>
      <p:sp>
        <p:nvSpPr>
          <p:cNvPr id="7" name="umf-edge-request"/>
          <p:cNvSpPr/>
          <p:nvPr/>
        </p:nvSpPr>
        <p:spPr>
          <a:xfrm>
            <a:off x="3657600" y="2286000"/>
            <a:ext cx="3657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" name="umf-edge-request-label"/>
          <p:cNvSpPr/>
          <p:nvPr/>
        </p:nvSpPr>
        <p:spPr>
          <a:xfrm>
            <a:off x="41148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Request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Synthetic export probe; not PowerPoint acceptance</dc:subject>
  <dc:creator>umf-visual integration spike</dc:creator>
  <cp:lastModifiedBy>umf-visual integration spike</cp:lastModifiedBy>
  <cp:revision>1</cp:revision>
  <dcterms:created xsi:type="dcterms:W3CDTF">2026-10-30T00:23:30Z</dcterms:created>
  <dcterms:modified xsi:type="dcterms:W3CDTF">2026-10-30T00:23:30Z</dcterms:modified>
</cp:coreProperties>
</file>