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UmfSource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mf-title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Client calls API</a:t>
            </a:r>
            <a:endParaRPr lang="en-US" sz="2400" dirty="0"/>
          </a:p>
        </p:txBody>
      </p:sp>
      <p:sp>
        <p:nvSpPr>
          <p:cNvPr id="3" name="umf-question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What calls the API?</a:t>
            </a:r>
            <a:endParaRPr lang="en-US" sz="1800" dirty="0"/>
          </a:p>
        </p:txBody>
      </p:sp>
      <p:sp>
        <p:nvSpPr>
          <p:cNvPr id="4" name="umf-node-client"/>
          <p:cNvSpPr/>
          <p:nvPr/>
        </p:nvSpPr>
        <p:spPr>
          <a:xfrm>
            <a:off x="64008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Client</a:t>
            </a:r>
            <a:endParaRPr lang="en-US" sz="2000" dirty="0"/>
          </a:p>
        </p:txBody>
      </p:sp>
      <p:sp>
        <p:nvSpPr>
          <p:cNvPr id="5" name="umf-node-api"/>
          <p:cNvSpPr/>
          <p:nvPr/>
        </p:nvSpPr>
        <p:spPr>
          <a:xfrm>
            <a:off x="438912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API</a:t>
            </a:r>
            <a:endParaRPr lang="en-US" sz="2000" dirty="0"/>
          </a:p>
        </p:txBody>
      </p:sp>
      <p:sp>
        <p:nvSpPr>
          <p:cNvPr id="6" name="umf-node-store"/>
          <p:cNvSpPr/>
          <p:nvPr/>
        </p:nvSpPr>
        <p:spPr>
          <a:xfrm>
            <a:off x="8138160" y="2103120"/>
            <a:ext cx="2743200" cy="914400"/>
          </a:xfrm>
          <a:prstGeom prst="rect">
            <a:avLst/>
          </a:prstGeom>
          <a:solidFill>
            <a:srgbClr val="E6EEF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Store</a:t>
            </a:r>
            <a:endParaRPr lang="en-US" sz="2000" dirty="0"/>
          </a:p>
        </p:txBody>
      </p:sp>
      <p:cxnSp>
        <p:nvCxnSpPr>
          <p:cNvPr id="7" name="umf-edge-request"/>
          <p:cNvCxnSpPr>
            <a:stCxn id="4" idx="3"/>
            <a:endCxn id="5" idx="1"/>
          </p:cNvCxnSpPr>
          <p:nvPr/>
        </p:nvCxnSpPr>
        <p:spPr>
          <a:xfrm>
            <a:off x="3383280" y="2560320"/>
            <a:ext cx="100584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  <a:tailEnd type="triangle"/>
          </a:ln>
        </p:spPr>
      </p:cxnSp>
      <p:sp>
        <p:nvSpPr>
          <p:cNvPr id="8" name="umf-edge-request-label"/>
          <p:cNvSpPr/>
          <p:nvPr/>
        </p:nvSpPr>
        <p:spPr>
          <a:xfrm>
            <a:off x="301752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Request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?><Relationships xmlns="http://schemas.openxmlformats.org/package/2006/relationships"><Relationship Id="rIdProps" Type="http://schemas.openxmlformats.org/officeDocument/2006/relationships/customXmlProps" Target="itemProps1.xml"/></Relationships>
</file>

<file path=customXml/item1.xml><?xml version="1.0" encoding="utf-8"?>
<umf:roundTrip xmlns:umf="urn:umf:visual:powerpoint:spike:1">{"profile":"umf.visual.powerpoint.spike/1","source":"{\n  \"umf\": \"0.10.0\",\n  \"id\": \"visual:powerpoint-roundtrip\",\n  \"vocabularies\": {\n    \"umf.visual\": {\n      \"version\": \"1.0.0\"\n    }\n  },\n  \"extensions\": {\n    \"umf.visual\": {\n      \"id\": \"powerpoint-roundtrip\",\n      \"kind\": \"flow\",\n      \"form\": \"network\",\n      \"title\": \"Client calls API\",\n      \"question\": \"What calls the API?\",\n      \"takeaway\": \"Semantic annotations survive native edits.\",\n      \"source\": {\n        \"path\": \"synthetic/powerpoint-roundtrip\",\n        \"digest\": \"authored-spike-fixture\"\n      },\n      \"nodes\": [\n        {\n          \"id\": \"client\",\n          \"label\": \"Client\",\n          \"role\": \"actor\",\n          \"status\": \"built\",\n          \"evidence\": [\n            {\n              \"path\": \"synthetic/client\"\n            }\n          ]\n        },\n        {\n          \"id\": \"api\",\n          \"label\": \"API\",\n          \"role\": \"own\"\n        },\n        {\n          \"id\": \"store\",\n          \"label\": \"Store\",\n          \"role\": \"store\"\n        }\n      ],\n      \"edges\": [\n        {\n          \"id\": \"request\",\n          \"from\": \"client\",\n          \"to\": \"api\",\n          \"label\": \"Request\",\n          \"kind\": \"action\",\n          \"why\": \"Exercise native reconnection\"\n        }\n      ]\n    }\n  },\n  \"modules\": []\n}\n","sourceSha256":"fb0d6b502448c5fd56a1173fab1fc71b542287711575e7207c08825c6a1dd256"}</umf:roundTrip>
</file>

<file path=customXml/itemProps1.xml><?xml version="1.0" encoding="utf-8"?>
<ds:datastoreItem xmlns:ds="http://schemas.openxmlformats.org/officeDocument/2006/customXml" ds:itemID="{FE6E18B6-6A21-493B-A100-000000000094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umf-visual round-trip spike</dc:creator>
  <cp:lastModifiedBy>umf-visual round-trip spike</cp:lastModifiedBy>
  <cp:revision>1</cp:revision>
  <dcterms:created xsi:type="dcterms:W3CDTF">2026-10-30T00:29:59Z</dcterms:created>
  <dcterms:modified xsi:type="dcterms:W3CDTF">2026-10-30T00:29:59Z</dcterms:modified>
</cp:coreProperties>
</file>